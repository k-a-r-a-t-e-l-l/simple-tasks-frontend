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SimpleTasks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Веб-приложение для управления задачами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Стек: React + Vite, Node.js + Express, MySQL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Автор: Кирилл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Демо: https://simple-tasks.karatell.ru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Цель проекта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Сделать простой и быстрый task manager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Реализовать fullstack-архитектуру с разделением слоёв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Настроить production-деплой через 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Основной функционал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Регистрация и вход по JWT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Категории задач: цвет + счётчик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Создание и удаление задач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Фильтрация по статусу и поиск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Отметка выполнения 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Архитектура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Frontend: React, Zustand, Axios, Tailwind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Backend: Express, Sequelize, JWT, CORS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База данных: MySQL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DevOps: GitHub Actions, GHCR, Dokploy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routes — маршрутизация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controllers — бизнес-логика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models — Sequelize-модели и связи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middleware — авторизация и ошибки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seeders — начальные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api — слой запросов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store — Zustand-состояние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components — layout/ui/utils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pages — экраны приложения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ProtectedRoute для закрытых разделов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UI и UX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Чистая визуальная структура: категории и задачи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Быстрые действия в 1–2 клика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Понятные фильтры по статусам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Адаптивность под мобильные устройства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Безопасность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Пароли хранятся в bcrypt hash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JWT передаётся в Authorization: Bearer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CORS ограничен доверенными доменами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Проверка входных данных на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Деплой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Push в GitHub запускает workflow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Сборка Docker-образов и публикация в GHCR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Dokploy получает новый image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Автоматический релиз frontend и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Сложности и решения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CORS-конфликт доменов — исправлен CLIENT_URL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Ошибка nginx из-за BOM — исправлена кодировка файла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VITE_API_URL на localhost — вынесен в CI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Дальнейшее развитие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Перейти с sequelize.sync() на миграции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Добавить редактирование задач и категорий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Добавить роли пользователей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Покрыть ключевые сценарии e2e-тестами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SimpleTasks — Слайд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27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91B2"/>
                </a:solidFill>
                <a:latin typeface="Calibri"/>
              </a:defRPr>
            </a:pPr>
            <a:r>
              <a:t>Итог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76272"/>
            <a:ext cx="2194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87552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Собран рабочий fullstack-продукт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Настроены CI/CD и production-деплой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Frontend: https://simple-tasks.karatell.ru</a:t>
            </a:r>
          </a:p>
          <a:p>
            <a:pPr>
              <a:spcAft>
                <a:spcPts val="1200"/>
              </a:spcAft>
              <a:defRPr sz="2600">
                <a:solidFill>
                  <a:srgbClr val="0F172A"/>
                </a:solidFill>
                <a:latin typeface="Calibri"/>
              </a:defRPr>
            </a:pPr>
            <a:r>
              <a:t>Backend API: https://simple-tasks-backend.karatell.ru/api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263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475569"/>
                </a:solidFill>
                <a:latin typeface="Calibri"/>
              </a:defRPr>
            </a:pPr>
            <a:r>
              <a:t>karatell.ru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